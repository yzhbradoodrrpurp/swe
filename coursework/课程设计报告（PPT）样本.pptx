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1195" r:id="rId4"/>
    <p:sldId id="258" r:id="rId5"/>
    <p:sldId id="259" r:id="rId6"/>
    <p:sldId id="1188" r:id="rId7"/>
    <p:sldId id="1189" r:id="rId8"/>
    <p:sldId id="1190" r:id="rId9"/>
    <p:sldId id="1191" r:id="rId10"/>
    <p:sldId id="1192" r:id="rId11"/>
    <p:sldId id="1193" r:id="rId12"/>
    <p:sldId id="119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6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D0948-8F7A-0305-1E7B-A3A5BDCD5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F32AA7-2428-FA4F-9DBB-DB0C51674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F8CDA2-644C-C801-FD09-F40A49D3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8085-CBAC-463A-A9E1-C7C3B328BF27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8B37BD-7F72-438F-4D7A-24B2B7D72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6F19E7-62D8-1BEF-F856-EFCAFE14D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6CC8-8E0D-4612-8007-7F5FF669D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41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E614A4-AAE8-DD3D-5A8B-8C52F30A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520AF4-5019-A466-E14F-8911C14FE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0D04A6-27CC-E68D-4997-261512D1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8085-CBAC-463A-A9E1-C7C3B328BF27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F609CB-5EA5-37A3-73D0-A336749AB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F95176-75B7-430D-225E-5F81ACBD2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6CC8-8E0D-4612-8007-7F5FF669D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85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CAB35-DEA5-5275-BC43-9705CD040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4C5CB5-BB06-8F85-5FA1-7332653B8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9A9830-D9DC-3540-71EF-77EC7C407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8085-CBAC-463A-A9E1-C7C3B328BF27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C45121-2B53-C0AC-C530-7DDDE685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963F8F-03AA-CFBF-439A-28CC77F3A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6CC8-8E0D-4612-8007-7F5FF669D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608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41EAD-4457-C7DB-E801-9FC22F5D9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3EF4C1-8BCB-2163-06E0-E5ABFB389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9E5DCA-E908-8E37-F343-452B3B2F9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9A8661-DAF9-544E-F579-455F50ED4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8085-CBAC-463A-A9E1-C7C3B328BF27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8FCDD3-2B18-13E4-20A0-6A178268E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CDE1B1-4110-6E15-8E59-DF64DE56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6CC8-8E0D-4612-8007-7F5FF669D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94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75EE6-4BE3-98A7-917D-ADCBC855E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36E3F2-4DC8-D47B-54FD-AB1BB5985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0ABF70-F37E-8C4A-5881-B5883FFB6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D64AD1-5139-77B8-E402-5D8F6786A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0BCE68-BDAF-DE81-C4A7-4DA517D40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94765D-2061-39A9-590C-A0B4880BB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8085-CBAC-463A-A9E1-C7C3B328BF27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82178DB-3CE8-0BFB-548D-B61E54E8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08A283-AC63-7C46-AB6C-6614720D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6CC8-8E0D-4612-8007-7F5FF669D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211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20365-7A0D-C9E6-FFFF-F07BB65A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7F51D6-207F-8B28-ED8B-A250BF189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8085-CBAC-463A-A9E1-C7C3B328BF27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47E572-55B7-C78B-F828-D675E08DC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8EA4E5-9832-8141-EBCD-E4AAB38E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6CC8-8E0D-4612-8007-7F5FF669D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602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C1B719-3D8A-7359-A59E-2247A38B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8085-CBAC-463A-A9E1-C7C3B328BF27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317A7C-9D18-A5B6-DDFD-35D125F02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D08C37-0DB8-B97A-F4AB-9337F382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6CC8-8E0D-4612-8007-7F5FF669D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374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2EF37-5EDD-9DF3-5E8F-1EBF0E89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58EC9-8178-4483-6218-78E69944B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F47B10-5508-07C0-CC6A-B024591AD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CCA112-6C2F-AC00-75F8-5C06162FD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8085-CBAC-463A-A9E1-C7C3B328BF27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FAA35F-EEBD-5DA9-A268-59E119B9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496BBA-FEBF-DCA6-530B-C969DD77E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6CC8-8E0D-4612-8007-7F5FF669D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4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BDBB5-B6FB-AD54-B7DA-385E91EAD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F0471F-3210-18E7-3D95-3AE9C59DE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2A0B5F-7794-92C3-18C6-B8EDCEDD5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7B6F0F-BF6E-7934-6BAD-785FDBA52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8085-CBAC-463A-A9E1-C7C3B328BF27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1907CC-4BAC-5F24-9AC8-23759548A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D9DC35-B0DD-82DC-E61E-AA3AC00DC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6CC8-8E0D-4612-8007-7F5FF669D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46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F25B7-A45B-231D-C3B7-AD04043A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A98E7F-2B66-0D8F-4128-D92CC3D4D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9349B2-7F48-6B4E-55F0-E48954F36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8085-CBAC-463A-A9E1-C7C3B328BF27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683D4B-57E5-D640-BA14-18C17A339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1ADC76-ACBC-1023-9E6A-A41DA21E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6CC8-8E0D-4612-8007-7F5FF669D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341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027A8AE-1F9F-65DE-05C7-54DCEC888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98DF66-524E-AA5F-B081-A07EAC45D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4BB95-B81A-0886-C055-63EB591AB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8085-CBAC-463A-A9E1-C7C3B328BF27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AAA29-44A4-8340-C30C-6D6F6302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940B69-D9B8-F426-0384-17731E33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6CC8-8E0D-4612-8007-7F5FF669D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57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DB80A6-86C7-07EB-DE3C-C31A079B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F68CC7-AA53-0E4A-FB1F-1221EBDED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921A12-2233-CAFD-DB49-43A5A5CB8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28085-CBAC-463A-A9E1-C7C3B328BF27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4658CC-46FD-AD57-03F1-D623868B7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89F464-F4BB-B25B-98E5-E15BE4089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A6CC8-8E0D-4612-8007-7F5FF669D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781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5EEA3-674F-7CB5-9BC4-0886E5CBB0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课程设计报告（</a:t>
            </a:r>
            <a:r>
              <a:rPr lang="en-US" altLang="zh-CN" dirty="0"/>
              <a:t>PPT</a:t>
            </a:r>
            <a:r>
              <a:rPr lang="zh-CN" altLang="en-US" dirty="0"/>
              <a:t>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86E498-596E-915A-08F6-79DF853FB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要求和样本</a:t>
            </a:r>
          </a:p>
        </p:txBody>
      </p:sp>
    </p:spTree>
    <p:extLst>
      <p:ext uri="{BB962C8B-B14F-4D97-AF65-F5344CB8AC3E}">
        <p14:creationId xmlns:p14="http://schemas.microsoft.com/office/powerpoint/2010/main" val="41197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DFDB02-C176-77BD-F9A9-313CCF90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2388DB-F841-32AA-F8F3-245BC59AB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用</a:t>
            </a:r>
            <a:r>
              <a:rPr lang="en-US" altLang="zh-CN" sz="3600" dirty="0"/>
              <a:t>PPT</a:t>
            </a:r>
            <a:r>
              <a:rPr lang="zh-CN" altLang="en-US" sz="3600" dirty="0"/>
              <a:t>记录开发的全过程</a:t>
            </a:r>
            <a:endParaRPr lang="en-US" altLang="zh-CN" sz="3600" dirty="0"/>
          </a:p>
          <a:p>
            <a:r>
              <a:rPr lang="zh-CN" altLang="en-US" sz="3600" dirty="0"/>
              <a:t>下面将展示</a:t>
            </a:r>
            <a:r>
              <a:rPr lang="en-US" altLang="zh-CN" sz="3600" dirty="0"/>
              <a:t>PPT</a:t>
            </a:r>
            <a:r>
              <a:rPr lang="zh-CN" altLang="en-US" sz="3600" dirty="0"/>
              <a:t>文档的组织形式，体现的内容：</a:t>
            </a:r>
            <a:endParaRPr lang="en-US" altLang="zh-CN" sz="3600" dirty="0"/>
          </a:p>
          <a:p>
            <a:pPr marL="457200" lvl="1" indent="0">
              <a:buNone/>
            </a:pPr>
            <a:r>
              <a:rPr lang="en-US" altLang="zh-CN" sz="3600" dirty="0"/>
              <a:t>1</a:t>
            </a:r>
            <a:r>
              <a:rPr lang="zh-CN" altLang="en-US" sz="3600" dirty="0"/>
              <a:t>，开发流程图（动态维护）</a:t>
            </a:r>
            <a:endParaRPr lang="en-US" altLang="zh-CN" sz="3600" dirty="0"/>
          </a:p>
          <a:p>
            <a:pPr marL="457200" lvl="1" indent="0">
              <a:buNone/>
            </a:pPr>
            <a:r>
              <a:rPr lang="en-US" altLang="zh-CN" sz="3600" dirty="0"/>
              <a:t>2</a:t>
            </a:r>
            <a:r>
              <a:rPr lang="zh-CN" altLang="en-US" sz="3600" dirty="0"/>
              <a:t>，写清楚开发流程中做的每一件事情</a:t>
            </a:r>
            <a:endParaRPr lang="en-US" altLang="zh-CN" sz="3600" dirty="0"/>
          </a:p>
          <a:p>
            <a:pPr marL="914400" lvl="2" indent="0">
              <a:buNone/>
            </a:pPr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），做了一件什么事情</a:t>
            </a:r>
            <a:endParaRPr lang="en-US" altLang="zh-CN" sz="3600" dirty="0"/>
          </a:p>
          <a:p>
            <a:pPr marL="914400" lvl="2" indent="0">
              <a:buNone/>
            </a:pPr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），做事的方法是什么</a:t>
            </a:r>
            <a:endParaRPr lang="en-US" altLang="zh-CN" sz="3600" dirty="0"/>
          </a:p>
          <a:p>
            <a:pPr marL="914400" lvl="2" indent="0">
              <a:buNone/>
            </a:pPr>
            <a:r>
              <a:rPr lang="zh-CN" altLang="en-US" sz="3600" dirty="0"/>
              <a:t>（</a:t>
            </a:r>
            <a:r>
              <a:rPr lang="en-US" altLang="zh-CN" sz="3600" dirty="0"/>
              <a:t>3</a:t>
            </a:r>
            <a:r>
              <a:rPr lang="zh-CN" altLang="en-US" sz="3600" dirty="0"/>
              <a:t>），成果展示</a:t>
            </a:r>
          </a:p>
        </p:txBody>
      </p:sp>
    </p:spTree>
    <p:extLst>
      <p:ext uri="{BB962C8B-B14F-4D97-AF65-F5344CB8AC3E}">
        <p14:creationId xmlns:p14="http://schemas.microsoft.com/office/powerpoint/2010/main" val="3835367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5A2EA-A33C-F42D-EED8-57D380C0EE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以下开始是：</a:t>
            </a:r>
            <a:br>
              <a:rPr lang="en-US" altLang="zh-CN" dirty="0"/>
            </a:br>
            <a:r>
              <a:rPr lang="zh-CN" altLang="en-US" dirty="0"/>
              <a:t>课程设计报告的样本</a:t>
            </a: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653E0A6F-27CF-0D7E-0181-45C412BEA159}"/>
              </a:ext>
            </a:extLst>
          </p:cNvPr>
          <p:cNvSpPr/>
          <p:nvPr/>
        </p:nvSpPr>
        <p:spPr>
          <a:xfrm>
            <a:off x="4977353" y="3667027"/>
            <a:ext cx="2253006" cy="70701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145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5A2EA-A33C-F42D-EED8-57D380C0EE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XXX</a:t>
            </a:r>
            <a:r>
              <a:rPr lang="zh-CN" altLang="en-US" dirty="0"/>
              <a:t>软件设计和实现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8FCAE3-A56E-0934-246E-A49C98AE0C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CC"/>
                </a:solidFill>
              </a:rPr>
              <a:t>【</a:t>
            </a:r>
            <a:r>
              <a:rPr lang="zh-CN" altLang="en-US" dirty="0">
                <a:solidFill>
                  <a:srgbClr val="0000CC"/>
                </a:solidFill>
              </a:rPr>
              <a:t>为开发项目命名</a:t>
            </a:r>
            <a:r>
              <a:rPr lang="en-US" altLang="zh-CN" dirty="0">
                <a:solidFill>
                  <a:srgbClr val="0000CC"/>
                </a:solidFill>
              </a:rPr>
              <a:t>】</a:t>
            </a:r>
            <a:endParaRPr lang="zh-CN" altLang="en-US" dirty="0">
              <a:solidFill>
                <a:srgbClr val="0000CC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9B6BFD-A766-34BD-B86A-F0318E8C43C6}"/>
              </a:ext>
            </a:extLst>
          </p:cNvPr>
          <p:cNvSpPr txBox="1"/>
          <p:nvPr/>
        </p:nvSpPr>
        <p:spPr>
          <a:xfrm>
            <a:off x="0" y="0"/>
            <a:ext cx="1998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张</a:t>
            </a:r>
            <a:r>
              <a:rPr lang="en-US" altLang="zh-CN" dirty="0"/>
              <a:t>PPT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237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5A2EA-A33C-F42D-EED8-57D380C0EE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XXX</a:t>
            </a:r>
            <a:r>
              <a:rPr lang="zh-CN" altLang="en-US" dirty="0"/>
              <a:t>开发流程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9B6BFD-A766-34BD-B86A-F0318E8C43C6}"/>
              </a:ext>
            </a:extLst>
          </p:cNvPr>
          <p:cNvSpPr txBox="1"/>
          <p:nvPr/>
        </p:nvSpPr>
        <p:spPr>
          <a:xfrm>
            <a:off x="0" y="0"/>
            <a:ext cx="1998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张</a:t>
            </a:r>
            <a:r>
              <a:rPr lang="en-US" altLang="zh-CN" dirty="0"/>
              <a:t>PPT</a:t>
            </a:r>
            <a:endParaRPr lang="zh-CN" altLang="en-US" dirty="0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653E0A6F-27CF-0D7E-0181-45C412BEA159}"/>
              </a:ext>
            </a:extLst>
          </p:cNvPr>
          <p:cNvSpPr/>
          <p:nvPr/>
        </p:nvSpPr>
        <p:spPr>
          <a:xfrm>
            <a:off x="4977353" y="3667027"/>
            <a:ext cx="2253006" cy="70701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753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3F4ADC2-F033-466B-BE3A-247F5FD80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26" y="0"/>
            <a:ext cx="10426148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5A1D453-9C7D-40E1-842C-0D815EAD8A09}"/>
              </a:ext>
            </a:extLst>
          </p:cNvPr>
          <p:cNvSpPr txBox="1"/>
          <p:nvPr/>
        </p:nvSpPr>
        <p:spPr>
          <a:xfrm>
            <a:off x="53367" y="612844"/>
            <a:ext cx="165911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它需要动态维护，最后结果可能是这样的，这里只是一个样例，示例一下，需要根据自己实际进行开发的过程给出你自己的开发流程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B3A260-E24D-0221-68C5-8D9FB51870BF}"/>
              </a:ext>
            </a:extLst>
          </p:cNvPr>
          <p:cNvSpPr txBox="1"/>
          <p:nvPr/>
        </p:nvSpPr>
        <p:spPr>
          <a:xfrm>
            <a:off x="0" y="0"/>
            <a:ext cx="1998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张</a:t>
            </a:r>
            <a:r>
              <a:rPr lang="en-US" altLang="zh-CN" dirty="0"/>
              <a:t>PPT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9913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5A2EA-A33C-F42D-EED8-57D380C0EE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步，发现软件</a:t>
            </a:r>
            <a:br>
              <a:rPr lang="en-US" altLang="zh-CN" dirty="0"/>
            </a:br>
            <a:r>
              <a:rPr lang="en-US" altLang="zh-CN" sz="3600" dirty="0">
                <a:solidFill>
                  <a:srgbClr val="0000CC"/>
                </a:solidFill>
              </a:rPr>
              <a:t>【</a:t>
            </a:r>
            <a:r>
              <a:rPr lang="zh-CN" altLang="en-US" sz="3600" dirty="0">
                <a:solidFill>
                  <a:srgbClr val="0000CC"/>
                </a:solidFill>
              </a:rPr>
              <a:t>开发总是从发现软件开始</a:t>
            </a:r>
            <a:r>
              <a:rPr lang="en-US" altLang="zh-CN" sz="3600" dirty="0">
                <a:solidFill>
                  <a:srgbClr val="0000CC"/>
                </a:solidFill>
              </a:rPr>
              <a:t>】</a:t>
            </a:r>
            <a:endParaRPr lang="zh-CN" altLang="en-US" dirty="0">
              <a:solidFill>
                <a:srgbClr val="0000CC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9B6BFD-A766-34BD-B86A-F0318E8C43C6}"/>
              </a:ext>
            </a:extLst>
          </p:cNvPr>
          <p:cNvSpPr txBox="1"/>
          <p:nvPr/>
        </p:nvSpPr>
        <p:spPr>
          <a:xfrm>
            <a:off x="0" y="0"/>
            <a:ext cx="11274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 err="1"/>
              <a:t>i</a:t>
            </a:r>
            <a:r>
              <a:rPr lang="zh-CN" altLang="en-US" dirty="0"/>
              <a:t>（</a:t>
            </a:r>
            <a:r>
              <a:rPr lang="en-US" altLang="zh-CN" dirty="0"/>
              <a:t>=4</a:t>
            </a:r>
            <a:r>
              <a:rPr lang="zh-CN" altLang="en-US" dirty="0"/>
              <a:t>）张</a:t>
            </a:r>
            <a:r>
              <a:rPr lang="en-US" altLang="zh-CN" dirty="0"/>
              <a:t>PPT</a:t>
            </a:r>
            <a:r>
              <a:rPr lang="zh-CN" altLang="en-US" dirty="0"/>
              <a:t>，从这一张开始写清楚开发流程中做的每一件事情：做了一件什么事情，做事的方法是什么以及成果是什么。每一件事情以这张的形式展开，在后续的若干张去写清楚：你是怎么想的怎么做的然后得到怎样的成果，你的想法和做法以及成果都请展示出来。</a:t>
            </a:r>
          </a:p>
          <a:p>
            <a:endParaRPr lang="zh-CN" altLang="en-US" dirty="0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653E0A6F-27CF-0D7E-0181-45C412BEA159}"/>
              </a:ext>
            </a:extLst>
          </p:cNvPr>
          <p:cNvSpPr/>
          <p:nvPr/>
        </p:nvSpPr>
        <p:spPr>
          <a:xfrm>
            <a:off x="4977353" y="3667027"/>
            <a:ext cx="2253006" cy="70701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496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489BD6-7844-9DAD-0E0E-4076AFDF69AB}"/>
              </a:ext>
            </a:extLst>
          </p:cNvPr>
          <p:cNvSpPr txBox="1"/>
          <p:nvPr/>
        </p:nvSpPr>
        <p:spPr>
          <a:xfrm>
            <a:off x="0" y="0"/>
            <a:ext cx="11274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张</a:t>
            </a:r>
            <a:r>
              <a:rPr lang="en-US" altLang="zh-CN" dirty="0"/>
              <a:t>PPT</a:t>
            </a:r>
            <a:r>
              <a:rPr lang="zh-CN" altLang="en-US" dirty="0"/>
              <a:t>，基于你当前做的这件事写清楚：你是怎么想的怎么做的然后得到怎样的成果，你的想法和做法以及成果都请展示出来。</a:t>
            </a: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96AD12-6D22-10BD-7E5C-A6F98E86D4C5}"/>
              </a:ext>
            </a:extLst>
          </p:cNvPr>
          <p:cNvSpPr txBox="1"/>
          <p:nvPr/>
        </p:nvSpPr>
        <p:spPr>
          <a:xfrm>
            <a:off x="602529" y="1139800"/>
            <a:ext cx="10986941" cy="489364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【</a:t>
            </a:r>
            <a:r>
              <a:rPr lang="zh-CN" altLang="en-US" sz="2400" dirty="0"/>
              <a:t>比如，从老师那里听来的，于是你记录下你听来的东西。然后，你的想法是</a:t>
            </a:r>
            <a:r>
              <a:rPr lang="en-US" altLang="zh-CN" sz="2400" dirty="0"/>
              <a:t>……】</a:t>
            </a:r>
          </a:p>
          <a:p>
            <a:r>
              <a:rPr lang="en-US" altLang="zh-CN" sz="2400" dirty="0"/>
              <a:t>……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528674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5A2EA-A33C-F42D-EED8-57D380C0E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088" y="1717365"/>
            <a:ext cx="11613823" cy="3140631"/>
          </a:xfrm>
        </p:spPr>
        <p:txBody>
          <a:bodyPr>
            <a:normAutofit fontScale="90000"/>
          </a:bodyPr>
          <a:lstStyle/>
          <a:p>
            <a:pPr marL="914400" lvl="2" indent="0" algn="ctr">
              <a:buNone/>
            </a:pPr>
            <a:r>
              <a:rPr lang="zh-CN" altLang="en-US" sz="6700" dirty="0"/>
              <a:t>第</a:t>
            </a:r>
            <a:r>
              <a:rPr lang="en-US" altLang="zh-CN" sz="6700" dirty="0"/>
              <a:t>x</a:t>
            </a:r>
            <a:r>
              <a:rPr lang="zh-CN" altLang="en-US" sz="6700" dirty="0"/>
              <a:t>步，做了一件什么事情</a:t>
            </a:r>
            <a:br>
              <a:rPr lang="en-US" altLang="zh-CN" dirty="0"/>
            </a:br>
            <a:r>
              <a:rPr lang="en-US" altLang="zh-CN" sz="3600" dirty="0">
                <a:solidFill>
                  <a:srgbClr val="0000CC"/>
                </a:solidFill>
              </a:rPr>
              <a:t>【</a:t>
            </a:r>
            <a:r>
              <a:rPr lang="zh-CN" altLang="en-US" sz="3600" dirty="0">
                <a:solidFill>
                  <a:srgbClr val="0000CC"/>
                </a:solidFill>
              </a:rPr>
              <a:t>随着项目的</a:t>
            </a:r>
            <a:r>
              <a:rPr lang="zh-CN" altLang="en-US" sz="3600">
                <a:solidFill>
                  <a:srgbClr val="0000CC"/>
                </a:solidFill>
              </a:rPr>
              <a:t>进行，按照软件工程的过程和方法，开展</a:t>
            </a:r>
            <a:r>
              <a:rPr lang="zh-CN" altLang="en-US" sz="3600" dirty="0">
                <a:solidFill>
                  <a:srgbClr val="0000CC"/>
                </a:solidFill>
              </a:rPr>
              <a:t>下一个活动；有若干这样的下一个，每一个都需要写清楚：（</a:t>
            </a:r>
            <a:r>
              <a:rPr lang="en-US" altLang="zh-CN" sz="3600" dirty="0">
                <a:solidFill>
                  <a:srgbClr val="0000CC"/>
                </a:solidFill>
              </a:rPr>
              <a:t>1</a:t>
            </a:r>
            <a:r>
              <a:rPr lang="zh-CN" altLang="en-US" sz="3600" dirty="0">
                <a:solidFill>
                  <a:srgbClr val="0000CC"/>
                </a:solidFill>
              </a:rPr>
              <a:t>），做了一件什么事情（</a:t>
            </a:r>
            <a:r>
              <a:rPr lang="en-US" altLang="zh-CN" sz="3600" dirty="0">
                <a:solidFill>
                  <a:srgbClr val="0000CC"/>
                </a:solidFill>
              </a:rPr>
              <a:t>2</a:t>
            </a:r>
            <a:r>
              <a:rPr lang="zh-CN" altLang="en-US" sz="3600" dirty="0">
                <a:solidFill>
                  <a:srgbClr val="0000CC"/>
                </a:solidFill>
              </a:rPr>
              <a:t>），做事的方法是什么</a:t>
            </a:r>
            <a:br>
              <a:rPr lang="en-US" altLang="zh-CN" sz="3600" dirty="0">
                <a:solidFill>
                  <a:srgbClr val="0000CC"/>
                </a:solidFill>
              </a:rPr>
            </a:br>
            <a:r>
              <a:rPr lang="zh-CN" altLang="en-US" sz="3600" dirty="0">
                <a:solidFill>
                  <a:srgbClr val="0000CC"/>
                </a:solidFill>
              </a:rPr>
              <a:t>（</a:t>
            </a:r>
            <a:r>
              <a:rPr lang="en-US" altLang="zh-CN" sz="3600" dirty="0">
                <a:solidFill>
                  <a:srgbClr val="0000CC"/>
                </a:solidFill>
              </a:rPr>
              <a:t>3</a:t>
            </a:r>
            <a:r>
              <a:rPr lang="zh-CN" altLang="en-US" sz="3600" dirty="0">
                <a:solidFill>
                  <a:srgbClr val="0000CC"/>
                </a:solidFill>
              </a:rPr>
              <a:t>），成果展示。</a:t>
            </a:r>
            <a:r>
              <a:rPr lang="en-US" altLang="zh-CN" sz="3600" dirty="0">
                <a:solidFill>
                  <a:srgbClr val="0000CC"/>
                </a:solidFill>
              </a:rPr>
              <a:t>X=2</a:t>
            </a:r>
            <a:r>
              <a:rPr lang="zh-CN" altLang="en-US" sz="3600" dirty="0">
                <a:solidFill>
                  <a:srgbClr val="0000CC"/>
                </a:solidFill>
              </a:rPr>
              <a:t>，</a:t>
            </a:r>
            <a:r>
              <a:rPr lang="en-US" altLang="zh-CN" sz="3600" dirty="0">
                <a:solidFill>
                  <a:srgbClr val="0000CC"/>
                </a:solidFill>
              </a:rPr>
              <a:t>3</a:t>
            </a:r>
            <a:r>
              <a:rPr lang="zh-CN" altLang="en-US" sz="3600" dirty="0">
                <a:solidFill>
                  <a:srgbClr val="0000CC"/>
                </a:solidFill>
              </a:rPr>
              <a:t>，</a:t>
            </a:r>
            <a:r>
              <a:rPr lang="en-US" altLang="zh-CN" sz="3600" dirty="0">
                <a:solidFill>
                  <a:srgbClr val="0000CC"/>
                </a:solidFill>
              </a:rPr>
              <a:t>4</a:t>
            </a:r>
            <a:r>
              <a:rPr lang="zh-CN" altLang="en-US" sz="3600" dirty="0">
                <a:solidFill>
                  <a:srgbClr val="0000CC"/>
                </a:solidFill>
              </a:rPr>
              <a:t>，</a:t>
            </a:r>
            <a:r>
              <a:rPr lang="en-US" altLang="zh-CN" sz="3600" dirty="0">
                <a:solidFill>
                  <a:srgbClr val="0000CC"/>
                </a:solidFill>
              </a:rPr>
              <a:t>……</a:t>
            </a:r>
            <a:r>
              <a:rPr lang="zh-CN" altLang="en-US" sz="3600" dirty="0">
                <a:solidFill>
                  <a:srgbClr val="0000CC"/>
                </a:solidFill>
              </a:rPr>
              <a:t>，</a:t>
            </a:r>
            <a:r>
              <a:rPr lang="en-US" altLang="zh-CN" sz="3600" dirty="0">
                <a:solidFill>
                  <a:srgbClr val="0000CC"/>
                </a:solidFill>
              </a:rPr>
              <a:t>n】</a:t>
            </a:r>
            <a:endParaRPr lang="zh-CN" altLang="en-US" dirty="0">
              <a:solidFill>
                <a:srgbClr val="0000CC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9B6BFD-A766-34BD-B86A-F0318E8C43C6}"/>
              </a:ext>
            </a:extLst>
          </p:cNvPr>
          <p:cNvSpPr txBox="1"/>
          <p:nvPr/>
        </p:nvSpPr>
        <p:spPr>
          <a:xfrm>
            <a:off x="0" y="0"/>
            <a:ext cx="11274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 err="1"/>
              <a:t>i</a:t>
            </a:r>
            <a:r>
              <a:rPr lang="en-US" altLang="zh-CN" dirty="0"/>
              <a:t>(=i+x+1)</a:t>
            </a:r>
            <a:r>
              <a:rPr lang="zh-CN" altLang="en-US" dirty="0"/>
              <a:t>张</a:t>
            </a:r>
            <a:r>
              <a:rPr lang="en-US" altLang="zh-CN" dirty="0"/>
              <a:t>PPT</a:t>
            </a:r>
            <a:endParaRPr lang="zh-CN" altLang="en-US" dirty="0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653E0A6F-27CF-0D7E-0181-45C412BEA159}"/>
              </a:ext>
            </a:extLst>
          </p:cNvPr>
          <p:cNvSpPr/>
          <p:nvPr/>
        </p:nvSpPr>
        <p:spPr>
          <a:xfrm>
            <a:off x="5260158" y="5205675"/>
            <a:ext cx="2253006" cy="70701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307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489BD6-7844-9DAD-0E0E-4076AFDF69AB}"/>
              </a:ext>
            </a:extLst>
          </p:cNvPr>
          <p:cNvSpPr txBox="1"/>
          <p:nvPr/>
        </p:nvSpPr>
        <p:spPr>
          <a:xfrm>
            <a:off x="0" y="0"/>
            <a:ext cx="11274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张</a:t>
            </a:r>
            <a:r>
              <a:rPr lang="en-US" altLang="zh-CN" dirty="0"/>
              <a:t>PPT</a:t>
            </a:r>
            <a:r>
              <a:rPr lang="zh-CN" altLang="en-US" dirty="0"/>
              <a:t>，基于你当前做的这件事写清楚：你是怎么想的怎么做的然后得到怎样的成果，你的想法和做法以及成果都请展示出来。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1185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5A2EA-A33C-F42D-EED8-57D380C0EE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br>
              <a:rPr lang="en-US" altLang="zh-CN" dirty="0"/>
            </a:br>
            <a:r>
              <a:rPr lang="en-US" altLang="zh-CN" sz="4000" dirty="0">
                <a:solidFill>
                  <a:srgbClr val="0000CC"/>
                </a:solidFill>
              </a:rPr>
              <a:t>【</a:t>
            </a:r>
            <a:r>
              <a:rPr lang="zh-CN" altLang="en-US" sz="4000" dirty="0">
                <a:solidFill>
                  <a:srgbClr val="0000CC"/>
                </a:solidFill>
              </a:rPr>
              <a:t>项目结束，请总结</a:t>
            </a:r>
            <a:r>
              <a:rPr lang="en-US" altLang="zh-CN" sz="4000" dirty="0">
                <a:solidFill>
                  <a:srgbClr val="0000CC"/>
                </a:solidFill>
              </a:rPr>
              <a:t>】</a:t>
            </a:r>
            <a:endParaRPr lang="zh-CN" altLang="en-US" dirty="0">
              <a:solidFill>
                <a:srgbClr val="0000CC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9B6BFD-A766-34BD-B86A-F0318E8C43C6}"/>
              </a:ext>
            </a:extLst>
          </p:cNvPr>
          <p:cNvSpPr txBox="1"/>
          <p:nvPr/>
        </p:nvSpPr>
        <p:spPr>
          <a:xfrm>
            <a:off x="0" y="0"/>
            <a:ext cx="11274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最后倒数第</a:t>
            </a:r>
            <a:r>
              <a:rPr lang="en-US" altLang="zh-CN" dirty="0"/>
              <a:t>2</a:t>
            </a:r>
            <a:r>
              <a:rPr lang="zh-CN" altLang="en-US" dirty="0"/>
              <a:t>张</a:t>
            </a:r>
            <a:r>
              <a:rPr lang="en-US" altLang="zh-CN" dirty="0"/>
              <a:t>PPT</a:t>
            </a:r>
            <a:endParaRPr lang="zh-CN" altLang="en-US" dirty="0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653E0A6F-27CF-0D7E-0181-45C412BEA159}"/>
              </a:ext>
            </a:extLst>
          </p:cNvPr>
          <p:cNvSpPr/>
          <p:nvPr/>
        </p:nvSpPr>
        <p:spPr>
          <a:xfrm>
            <a:off x="4977353" y="3667027"/>
            <a:ext cx="2253006" cy="70701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285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49B6BFD-A766-34BD-B86A-F0318E8C43C6}"/>
              </a:ext>
            </a:extLst>
          </p:cNvPr>
          <p:cNvSpPr txBox="1"/>
          <p:nvPr/>
        </p:nvSpPr>
        <p:spPr>
          <a:xfrm>
            <a:off x="0" y="0"/>
            <a:ext cx="11274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最后倒数</a:t>
            </a:r>
            <a:r>
              <a:rPr lang="en-US" altLang="zh-CN" dirty="0"/>
              <a:t>1</a:t>
            </a:r>
            <a:r>
              <a:rPr lang="zh-CN" altLang="en-US" dirty="0"/>
              <a:t>张</a:t>
            </a:r>
            <a:r>
              <a:rPr lang="en-US" altLang="zh-CN" dirty="0"/>
              <a:t>PPT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2504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441</Words>
  <Application>Microsoft Office PowerPoint</Application>
  <PresentationFormat>宽屏</PresentationFormat>
  <Paragraphs>38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课程设计报告（PPT）</vt:lpstr>
      <vt:lpstr>要求</vt:lpstr>
      <vt:lpstr>以下开始是： 课程设计报告的样本</vt:lpstr>
      <vt:lpstr>XXX软件设计和实现</vt:lpstr>
      <vt:lpstr>XXX开发流程</vt:lpstr>
      <vt:lpstr>PowerPoint 演示文稿</vt:lpstr>
      <vt:lpstr>第1步，发现软件 【开发总是从发现软件开始】</vt:lpstr>
      <vt:lpstr>PowerPoint 演示文稿</vt:lpstr>
      <vt:lpstr>第x步，做了一件什么事情 【随着项目的进行，按照软件工程的过程和方法，开展下一个活动；有若干这样的下一个，每一个都需要写清楚：（1），做了一件什么事情（2），做事的方法是什么 （3），成果展示。X=2，3，4，……，n】</vt:lpstr>
      <vt:lpstr>PowerPoint 演示文稿</vt:lpstr>
      <vt:lpstr>总结 【项目结束，请总结】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POS机实践</dc:title>
  <dc:creator>puwei@scu.edu.cn</dc:creator>
  <cp:lastModifiedBy>puwei@scu.edu.cn</cp:lastModifiedBy>
  <cp:revision>14</cp:revision>
  <dcterms:created xsi:type="dcterms:W3CDTF">2022-09-20T06:05:57Z</dcterms:created>
  <dcterms:modified xsi:type="dcterms:W3CDTF">2024-10-06T08:24:18Z</dcterms:modified>
</cp:coreProperties>
</file>